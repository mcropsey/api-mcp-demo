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966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B09B8-2584-DB54-5CBB-F4290B607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D4CA86-3666-9B76-BBB4-E40C0931D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84D44-98F3-0D55-7CFA-4C70E072F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DC6D3-FD14-D2D3-9C7A-4508CC0C9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613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@mikecropsey196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kamai.com/resources/state-of-the-internet/akamai-2026-api-security-impact-study" TargetMode="External"/><Relationship Id="rId5" Type="http://schemas.openxmlformats.org/officeDocument/2006/relationships/hyperlink" Target="https://github.com/mcropsey" TargetMode="External"/><Relationship Id="rId4" Type="http://schemas.openxmlformats.org/officeDocument/2006/relationships/hyperlink" Target="https://linkedin.com/in/michael-cropse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637C3-D1EE-A493-A8F4-D48AD9E7B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5378EE-D9C4-3D12-6EF2-F3BAEFBD7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691"/>
            <a:ext cx="9144000" cy="493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998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Explore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D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Cropsey  |  Security Solution Architect  |  Akamai Technologies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93192" y="1417320"/>
            <a:ext cx="1965960" cy="2560320"/>
          </a:xfrm>
          <a:prstGeom prst="roundRect">
            <a:avLst>
              <a:gd name="adj" fmla="val 6512"/>
            </a:avLst>
          </a:prstGeom>
          <a:solidFill>
            <a:srgbClr val="111827"/>
          </a:solidFill>
          <a:ln w="19050">
            <a:solidFill>
              <a:srgbClr val="FF3333"/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93192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66344" y="228600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400" dirty="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466344" y="2926080"/>
            <a:ext cx="18196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FF33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youtube.com/@mikecropsey1966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1965960" cy="2560320"/>
          </a:xfrm>
          <a:prstGeom prst="roundRect">
            <a:avLst>
              <a:gd name="adj" fmla="val 6512"/>
            </a:avLst>
          </a:prstGeom>
          <a:solidFill>
            <a:srgbClr val="111827"/>
          </a:solidFill>
          <a:ln w="19050">
            <a:solidFill>
              <a:srgbClr val="0A66C2"/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33472" y="228600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400" dirty="0"/>
          </a:p>
        </p:txBody>
      </p:sp>
      <p:sp>
        <p:nvSpPr>
          <p:cNvPr id="11" name="Text 9">
            <a:hlinkClick r:id="rId4"/>
          </p:cNvPr>
          <p:cNvSpPr/>
          <p:nvPr/>
        </p:nvSpPr>
        <p:spPr>
          <a:xfrm>
            <a:off x="2633472" y="2926080"/>
            <a:ext cx="18196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linkedin.com/in/michael-cropsey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27448" y="1417320"/>
            <a:ext cx="1965960" cy="2560320"/>
          </a:xfrm>
          <a:prstGeom prst="roundRect">
            <a:avLst>
              <a:gd name="adj" fmla="val 6512"/>
            </a:avLst>
          </a:prstGeom>
          <a:solidFill>
            <a:srgbClr val="111827"/>
          </a:solidFill>
          <a:ln w="19050">
            <a:solidFill>
              <a:srgbClr val="A371F7"/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27448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00600" y="228600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5" name="Text 13">
            <a:hlinkClick r:id="rId5"/>
          </p:cNvPr>
          <p:cNvSpPr/>
          <p:nvPr/>
        </p:nvSpPr>
        <p:spPr>
          <a:xfrm>
            <a:off x="4800600" y="2926080"/>
            <a:ext cx="18196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github.com/mcropsey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94576" y="1417320"/>
            <a:ext cx="1965960" cy="2560320"/>
          </a:xfrm>
          <a:prstGeom prst="roundRect">
            <a:avLst>
              <a:gd name="adj" fmla="val 6512"/>
            </a:avLst>
          </a:prstGeom>
          <a:solidFill>
            <a:srgbClr val="111827"/>
          </a:solidFill>
          <a:ln w="19050">
            <a:solidFill>
              <a:srgbClr val="00A8E0"/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94576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67728" y="228600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Akamai 2026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Study</a:t>
            </a:r>
            <a:endParaRPr lang="en-US" sz="1400" dirty="0"/>
          </a:p>
        </p:txBody>
      </p:sp>
      <p:sp>
        <p:nvSpPr>
          <p:cNvPr id="19" name="Text 17">
            <a:hlinkClick r:id="rId6"/>
          </p:cNvPr>
          <p:cNvSpPr/>
          <p:nvPr/>
        </p:nvSpPr>
        <p:spPr>
          <a:xfrm>
            <a:off x="6967728" y="2926080"/>
            <a:ext cx="18196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00A8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akamai.com/2026-api-security-</a:t>
            </a:r>
            <a:endParaRPr lang="en-US" sz="900" dirty="0"/>
          </a:p>
          <a:p>
            <a:pPr marL="0" indent="0" algn="ctr">
              <a:buNone/>
            </a:pPr>
            <a:r>
              <a:rPr lang="en-US" sz="900" u="sng" dirty="0">
                <a:solidFill>
                  <a:srgbClr val="00A8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impact-study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demos and code available at github.com/mcropsey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59</Words>
  <Application>Microsoft Macintosh PowerPoint</Application>
  <PresentationFormat>On-screen Show (16:9)</PresentationFormat>
  <Paragraphs>19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Cropsey, Michael</cp:lastModifiedBy>
  <cp:revision>3</cp:revision>
  <dcterms:created xsi:type="dcterms:W3CDTF">2026-06-09T13:34:05Z</dcterms:created>
  <dcterms:modified xsi:type="dcterms:W3CDTF">2026-06-09T17:38:10Z</dcterms:modified>
</cp:coreProperties>
</file>