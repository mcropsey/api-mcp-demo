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457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had an API security incident last year.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Blind Spots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Security Problem Hiding Under 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Michael Cropsey  </a:t>
            </a:r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Security Solution Architect  |  Akamai Technologies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github.com/mcropsey  |  youtube.com/@mikecropsey1966  |  linkedin.com/in/michael-cropsey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boardroom is talking about AI security.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tells a different story.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560320" cy="27432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2560320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7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securing AI technologies as their top cybersecurity priority for the next 12 months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560320" cy="27432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71600"/>
            <a:ext cx="256032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5D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87%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suffered an API security incident — 4-year high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2560320" cy="27432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371600"/>
            <a:ext cx="2560320" cy="6400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42%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attribute incidents to APIs powering AI applications, agents, and LLMs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Akamai API Security Impact Study — 1,840 security professionals worldwide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is a supercar on your existing roads.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3840480" cy="347472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3840480" cy="6400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Roads full of potholes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APIs you don't know exist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returned that nobody asked for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authorization checks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that authenticate but don't verify ownership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840480" cy="347472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3840480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88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 the roads first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17373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inventory — know every endpoint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what the client needs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authorization on every request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supercar is a competitive advantage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6634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faster car to broken roads doesn't get you somewhere safely — it just means you crash faster.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Questions Every API Must Answer — Every Request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APIs answer these correctly with no exceptions — the attacks don't work. Not slower. Not harder. They stop.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651760" cy="32004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2651760" cy="640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508760"/>
            <a:ext cx="640080" cy="64008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A7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we know this API exists?"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protect what you can’t see. Roughly three-quarters of orgs claim a full API inventory — only 23% actually know which APIs return sensitive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651760" cy="32004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371600"/>
            <a:ext cx="2651760" cy="6400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508760"/>
            <a:ext cx="640080" cy="64008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E85D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returning only what's needed?"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246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that dump entire data objects hand attackers a roadmap. In an AI context, overexposed data flows directly into the model's context window.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371600"/>
            <a:ext cx="2651760" cy="320040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371600"/>
            <a:ext cx="2651760" cy="6400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9480" y="1508760"/>
            <a:ext cx="640080" cy="64008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5508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26700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this token own this resource?"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32461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= who you are. Authorization = what you’re allowed to do. Authorization vulnerabilities were cited in 40% of API incidents — behind only misconfiguration (54%) and authentication failures (46%).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Agents: Same Attacks. Machine Speed.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54864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0525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not a new class of threat — they are a faster HTTP client your APIs have always served.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794760" cy="292608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002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(Human Attacker)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clicks through your application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at a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enumeration — takes hours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traffic patterns — detectable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developer-level knowledge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3017520"/>
            <a:ext cx="640080" cy="914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2834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85D04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983480" y="1600200"/>
            <a:ext cx="3794760" cy="292608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600200"/>
            <a:ext cx="3794760" cy="64008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1848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 (AI Agent)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1031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your API directly via MCP or SDK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requests per second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BOLA enumeration in seconds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normal traffic — hard to detect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knowledge required — just chat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by customers: travel booking, procurement, CRM automation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block them — no AI fingerprint, standard HTTP, valid tokens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You're About to See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→ Claude + MCP server + crAPI (deliberately vulnerable app) — three real attacks, natural language only. No browser. No Postman. Watch the API calls happen live.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5156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7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Excessive Data Exposure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06040" y="1399032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fetch your dashboard. Watch what the API returns — phone numbers, internal fields, data that never appears on screen. The front-end hides it. The API hands it to everyone.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105156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14600"/>
            <a:ext cx="73152" cy="105156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60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D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BOLA — Broken Object Level Auth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587752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find other users' vehicle IDs. The IDs are cryptic UUIDs — not guessable. But the API leaks them through forum posts. Claude finds them in seconds.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703320"/>
            <a:ext cx="8412480" cy="1051560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03320"/>
            <a:ext cx="73152" cy="1051560"/>
          </a:xfrm>
          <a:prstGeom prst="rect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749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Mass Enumeration via MCP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06040" y="3776472"/>
            <a:ext cx="6035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those IDs in hand, ask Claude to get every user's vehicle location and plot them on a map. A manual attacker would need hours. Claude does it in one sentence.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these vulnerabilities exist without AI. AI just finds them faster. And you can’t simply block AI agents — they use standard HTTP with valid tokens, indistinguishable from your own apps. More importantly: AI agents are the future your customers are already adopting.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D99AE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Existing Tools Guard the Lobby.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fix the broken locks on every door inside the building.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258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Firewall / WAF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002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prompts &amp; responses — a BOLA attack on the data layer walks right past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8412480" cy="658368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7568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3500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35000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the caller. Doesn't verify whether that caller is allowed to access a specific resource.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34056"/>
            <a:ext cx="8412480" cy="658368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2549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7797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Platform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0998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08760" y="309981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the model conversation. Not the APIs the agent calls to fetch your customer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83864"/>
            <a:ext cx="8412480" cy="658368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57530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529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Behavioral Detection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8496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384962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symptoms after the fact. Doesn't enforce authorization on a live request in real time.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33672"/>
            <a:ext cx="8412480" cy="658368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32511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1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4279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5994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08760" y="459943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the bleed. Instead of 10,000 exposed records/sec you're exposing 50. You're still exposing them.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AI-washing alert: Ask any vendor — what type of AI? What training data? What changes operationally? Labels aren't capabilities.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 the Roads.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6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Then Enjoy the Supercar.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548640" cy="548640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A7E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21488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know every API exists?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07792"/>
            <a:ext cx="548640" cy="54864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07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953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5D0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9535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returning only what the client needs?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712464"/>
            <a:ext cx="548640" cy="548640"/>
          </a:xfrm>
          <a:prstGeom prst="ellipse">
            <a:avLst/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37581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12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75818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token own this resource?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yes to all three — on every request — and the attacks don't work. Not slower. They stop.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 It Yourself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shown today is open source and ready to clone.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89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  github.com/mcropsey/api-mcp-labs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8412480" cy="749808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40280"/>
            <a:ext cx="64008" cy="7498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95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crapi-mcp/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243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MCP server — connects Claude directly to crAPI. Clone, run, attack. Exactly as shown.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8412480" cy="749808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108960"/>
            <a:ext cx="64008" cy="7498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638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Walkthrough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930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docs of the BOLA, data overexposure, and MCP enumeration attacks with screenshots.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8412480" cy="749808"/>
          </a:xfrm>
          <a:prstGeom prst="rect">
            <a:avLst/>
          </a:prstGeom>
          <a:solidFill>
            <a:srgbClr val="2E3F52"/>
          </a:solidFill>
          <a:ln w="12700">
            <a:solidFill>
              <a:srgbClr val="2E3F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977640"/>
            <a:ext cx="64008" cy="7498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32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Deck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361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the slides, remix them, use them for your own API security briefings.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the repo if this was useful  |  Issues and PRs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Blind Spots: The Real Security Problem Under AI</dc:title>
  <dc:subject>PptxGenJS Presentation</dc:subject>
  <dc:creator>Michael Cropsey</dc:creator>
  <cp:lastModifiedBy>Michael Cropsey</cp:lastModifiedBy>
  <cp:revision>1</cp:revision>
  <dcterms:created xsi:type="dcterms:W3CDTF">2026-06-05T02:33:07Z</dcterms:created>
  <dcterms:modified xsi:type="dcterms:W3CDTF">2026-06-05T02:33:07Z</dcterms:modified>
</cp:coreProperties>
</file>