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7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Eyebrow"/>
          <p:cNvSpPr/>
          <p:nvPr/>
        </p:nvSpPr>
        <p:spPr>
          <a:xfrm>
            <a:off x="228600" y="3429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</a:rPr>
              <a:t>2026 AKAMAI API SECURITY IMPACT STUDY  —  1,840 SECURITY PROFESSIONALS WORLDWIDE</a:t>
            </a:r>
          </a:p>
        </p:txBody>
      </p:sp>
      <p:sp>
        <p:nvSpPr>
          <p:cNvPr id="4" name="Stat1Box"/>
          <p:cNvSpPr/>
          <p:nvPr/>
        </p:nvSpPr>
        <p:spPr>
          <a:xfrm>
            <a:off x="228600" y="685800"/>
            <a:ext cx="2743200" cy="1600200"/>
          </a:xfrm>
          <a:prstGeom prst="rect">
            <a:avLst/>
          </a:prstGeom>
          <a:solidFill>
            <a:srgbClr val="1B2E40"/>
          </a:solidFill>
          <a:ln w="19050">
            <a:solidFill>
              <a:srgbClr val="C1121F"/>
            </a:solidFill>
            <a:prstDash val="solid"/>
          </a:ln>
        </p:spPr>
        <p:txBody>
          <a:bodyPr wrap="square" lIns="182880" tIns="182880" rIns="182880" bIns="18288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1121F"/>
                </a:solidFill>
                <a:latin typeface="Arial Black" pitchFamily="34" charset="0"/>
              </a:rPr>
              <a:t>87%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had an API security incident last year</a:t>
            </a:r>
          </a:p>
        </p:txBody>
      </p:sp>
      <p:sp>
        <p:nvSpPr>
          <p:cNvPr id="5" name="Stat2Box"/>
          <p:cNvSpPr/>
          <p:nvPr/>
        </p:nvSpPr>
        <p:spPr>
          <a:xfrm>
            <a:off x="3086160" y="685800"/>
            <a:ext cx="2743200" cy="1600200"/>
          </a:xfrm>
          <a:prstGeom prst="rect">
            <a:avLst/>
          </a:prstGeom>
          <a:solidFill>
            <a:srgbClr val="1B2E40"/>
          </a:solidFill>
          <a:ln w="19050">
            <a:solidFill>
              <a:srgbClr val="FFD60A"/>
            </a:solidFill>
            <a:prstDash val="solid"/>
          </a:ln>
        </p:spPr>
        <p:txBody>
          <a:bodyPr wrap="square" lIns="182880" tIns="182880" rIns="182880" bIns="18288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D60A"/>
                </a:solidFill>
                <a:latin typeface="Arial Black" pitchFamily="34" charset="0"/>
              </a:rPr>
              <a:t>42%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of incidents linked to APIs powering AI apps &amp; agents</a:t>
            </a:r>
          </a:p>
        </p:txBody>
      </p:sp>
      <p:sp>
        <p:nvSpPr>
          <p:cNvPr id="6" name="Stat3Box"/>
          <p:cNvSpPr/>
          <p:nvPr/>
        </p:nvSpPr>
        <p:spPr>
          <a:xfrm>
            <a:off x="5943720" y="685800"/>
            <a:ext cx="2743200" cy="1600200"/>
          </a:xfrm>
          <a:prstGeom prst="rect">
            <a:avLst/>
          </a:prstGeom>
          <a:solidFill>
            <a:srgbClr val="1B2E40"/>
          </a:solidFill>
          <a:ln w="19050">
            <a:solidFill>
              <a:srgbClr val="8D99AE"/>
            </a:solidFill>
            <a:prstDash val="solid"/>
          </a:ln>
        </p:spPr>
        <p:txBody>
          <a:bodyPr wrap="square" lIns="182880" tIns="182880" rIns="182880" bIns="18288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8D99AE"/>
                </a:solidFill>
                <a:latin typeface="Arial Black" pitchFamily="34" charset="0"/>
              </a:rPr>
              <a:t>23%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</a:rPr>
              <a:t>actually know which APIs return sensitive data</a:t>
            </a:r>
          </a:p>
        </p:txBody>
      </p:sp>
      <p:sp>
        <p:nvSpPr>
          <p:cNvPr id="7" name="Divider"/>
          <p:cNvSpPr/>
          <p:nvPr/>
        </p:nvSpPr>
        <p:spPr>
          <a:xfrm>
            <a:off x="228600" y="2377440"/>
            <a:ext cx="8457120" cy="19050"/>
          </a:xfrm>
          <a:prstGeom prst="rect">
            <a:avLst/>
          </a:prstGeom>
          <a:solidFill>
            <a:srgbClr val="2A4A63"/>
          </a:solidFill>
          <a:ln>
            <a:noFill/>
          </a:ln>
        </p:spPr>
      </p:sp>
      <p:sp>
        <p:nvSpPr>
          <p:cNvPr id="8" name="MessageLeft"/>
          <p:cNvSpPr/>
          <p:nvPr/>
        </p:nvSpPr>
        <p:spPr>
          <a:xfrm>
            <a:off x="228600" y="246888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Calibri" pitchFamily="34" charset="0"/>
              </a:rPr>
              <a:t>Everyone is focused on AI security.</a:t>
            </a:r>
          </a:p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Calibri" pitchFamily="34" charset="0"/>
              </a:rPr>
              <a:t>That concern is valid.</a:t>
            </a:r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</a:rPr>
              <a:t>But every AI concern is irrelevant if the API foundation AI depends on is already broken.</a:t>
            </a:r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</a:rPr>
              <a:t>These vulnerabilities exist with or without AI. AI just finds them faster.</a:t>
            </a:r>
          </a:p>
        </p:txBody>
      </p:sp>
      <p:sp>
        <p:nvSpPr>
          <p:cNvPr id="9" name="MessageRight"/>
          <p:cNvSpPr/>
          <p:nvPr/>
        </p:nvSpPr>
        <p:spPr>
          <a:xfrm>
            <a:off x="4571040" y="2468880"/>
            <a:ext cx="4114800" cy="1920240"/>
          </a:xfrm>
          <a:prstGeom prst="rect">
            <a:avLst/>
          </a:prstGeom>
          <a:solidFill>
            <a:srgbClr val="1B2E40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</a:rPr>
              <a:t>Fix the</a:t>
            </a:r>
          </a:p>
          <a:p>
            <a:pPr algn="ctr"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Arial Black" pitchFamily="34" charset="0"/>
              </a:rPr>
              <a:t>foundation</a:t>
            </a:r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</a:rPr>
              <a:t>first.</a:t>
            </a:r>
          </a:p>
        </p:txBody>
      </p:sp>
      <p:sp>
        <p:nvSpPr>
          <p:cNvPr id="10" name="Byline"/>
          <p:cNvSpPr/>
          <p:nvPr/>
        </p:nvSpPr>
        <p:spPr>
          <a:xfrm>
            <a:off x="228600" y="4526280"/>
            <a:ext cx="845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 xml:space="preserve">Michael Cropsey  </a:t>
            </a:r>
            <a:r>
              <a:rPr lang="en-US" sz="1300" dirty="0">
                <a:solidFill>
                  <a:srgbClr val="8D99AE"/>
                </a:solidFill>
                <a:latin typeface="Calibri" pitchFamily="34" charset="0"/>
              </a:rPr>
              <a:t xml:space="preserve"> Security Solution Architect  |  Akamai Technologies</a:t>
            </a:r>
          </a:p>
        </p:txBody>
      </p:sp>
      <p:sp>
        <p:nvSpPr>
          <p:cNvPr id="11" name="Links"/>
          <p:cNvSpPr/>
          <p:nvPr/>
        </p:nvSpPr>
        <p:spPr>
          <a:xfrm>
            <a:off x="228600" y="4846920"/>
            <a:ext cx="845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</a:rPr>
              <a:t>github.com/mcropsey  |  youtube.com/@mikecropsey1966  |  linkedin.com/in/michael-cropsey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You're About to See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→ Claude + MCP server + crAPI (deliberately vulnerable app) — three real attacks, natural language only. No browser. No Postman. Watch the API calls happen live.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5156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Excessive Data Exposure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399032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fetch your dashboard. Watch what the API returns — phone numbers, internal fields, data that never appears on screen. The front-end hides it. The API hands it to everyone.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105156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14600"/>
            <a:ext cx="73152" cy="10515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60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D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BOLA — Broken Object Level Auth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587752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find other users' vehicle IDs. The IDs are cryptic UUIDs — not guessable. But the API leaks them through forum posts. Claude finds them in seconds.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105156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03320"/>
            <a:ext cx="73152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749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Mass Enumeration via MCP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3776472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those IDs in hand, ask Claude to get every user's vehicle location and plot them on a map. A manual attacker would need hours. Claude does it in one sentence.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these vulnerabilities exist without AI. AI just finds them faster. And you can’t simply block AI agents — they use standard HTTP with valid tokens, indistinguishable from your own apps. More importantly: AI agents are the future your customers are already adopting.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Blind Spots: The Real Security Problem Under AI</dc:title>
  <dc:subject>PptxGenJS Presentation</dc:subject>
  <dc:creator>Michael Cropsey</dc:creator>
  <cp:lastModifiedBy>Michael Cropsey</cp:lastModifiedBy>
  <cp:revision>1</cp:revision>
  <dcterms:created xsi:type="dcterms:W3CDTF">2026-06-05T02:33:07Z</dcterms:created>
  <dcterms:modified xsi:type="dcterms:W3CDTF">2026-06-05T02:33:07Z</dcterms:modified>
</cp:coreProperties>
</file>